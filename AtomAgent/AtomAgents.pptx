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912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1A462-337F-419C-B899-4B54E657681E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E7F2C-7EBB-41E2-B376-3FE1A7EEAC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7830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E7F2C-7EBB-41E2-B376-3FE1A7EEAC2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340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FE7F2C-7EBB-41E2-B376-3FE1A7EEAC27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18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EEF0B-DFF8-61D6-19CD-5C594713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56D0F2-2E90-BCB2-FA31-944C1BF1E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90F14C-5F5C-D558-17F3-94718E913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A1DB9D-76D6-AD5C-FE4B-3E9FFE48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32B3DC-5542-7F0A-ED65-C3660D22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86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518CA4-D487-930A-2036-B9531641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8FCBD7-987F-AF0F-FC96-44E710AB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4885F5-8D9E-FA3A-1E23-B2747E97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8149AE-19D2-EDB8-304E-61BD28530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CC0C3A-B732-6692-2739-1001FB08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14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700D1A-BAED-EC3F-6518-076AD512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7B2984-CC27-2689-85F7-1F263AEC6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201103-5D5A-E0A2-CE8C-8E1919BA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72F790-E15C-0756-473B-A6A3BA640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AE7771-03DB-D55D-2EDC-FF130E1C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651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D8BED0-7355-5791-3988-2C5E42A1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2BD160-370B-7EDC-130A-A5B359115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87D956-2B6E-2C8B-F14C-E34B4A48F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ACF776-B45B-E01A-318F-EEBA93579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A38A56-5B91-9BF6-06E3-F1DE7BFA4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547E34-8DDB-25B5-86E9-5F3C14598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56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6943C6-6D27-291B-FD42-FC018CDD5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C473B4-5EEC-1E1E-1861-88A63FA6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DBAC29-00F0-4A3E-BFDF-6B62D3825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08DBF6-07F6-F590-CE03-D01D817C28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20882D-1155-BC7D-9A1D-A2B587E82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2C3264-4EE7-9ACB-34F5-8A61DF4D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F3B8404-ACC9-D3CB-CB67-E67233F8C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BE0C5AC-6E5D-9B99-30B7-F6B5C11D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24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AF4EA-33CD-91AC-ABE8-5E50C455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F389B13-7F4A-8338-92AD-A12919C5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21EBE0F-B3ED-9630-9C46-B29253E8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657283-7A08-50A5-14BE-91AA2CE3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365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9C30E82-0FD3-C3AE-CC8F-34BABB80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9D8D5A-37AA-BBA3-1709-3F163DDB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BC7D72-DA3A-8604-E2B9-A8657449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66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91C01C-62A5-0DCC-A556-DCB393D3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CDFB1C-0D5D-EA47-F724-7997FCFE8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1D49BFD-A04B-4605-2E51-A8CC43B54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D8E307-4281-9BFE-1A5A-D40AE9B6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C9A65D-31C4-6362-AD44-62E4C97EE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24F6F8B-98B3-21FF-ADAF-F6AE8D4B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669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058D33-5801-D65B-8129-D10701E1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5BD6F1C-72F3-B078-B15E-1E1FC3881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F43073-F72F-0DFB-34DD-C9A40A4B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F1B926-37CC-9C7A-59F3-65DFAAFA9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E5CFA5-73DE-979E-2B0F-B7F01ABB9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256E7B-930E-3380-3778-FB3919F0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509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4CA53E-62CC-E36A-FEA5-BEED7FB30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041D8DE-4CE4-CA7F-B45A-FE4FE2945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BC3008-5B50-A7B8-D62C-7AA67F52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E2F7AB-5C38-5C0B-DFF0-FEA88E313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AF5750-4732-4574-1205-A9637881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64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390485-5565-433A-F1FE-A1ACD95B4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0875A7-E7E9-F8D6-3BC9-BD0A7A348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168C3B-F8F3-ADE5-634B-EBD93F6C8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AC5CCB-A9AE-9B17-72D3-7B4B23FD5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5BAD41-5E1F-9AEF-697D-B1EA6DF4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229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A10DBB-E4CC-BD0E-01CE-B6EAEB9DD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098649-19D6-3DA9-F967-62519B8B2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4997F5-06B2-96B9-A33B-1076A36E2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742D9-B956-4C87-9632-3415EC71068B}" type="datetimeFigureOut">
              <a:rPr lang="zh-TW" altLang="en-US" smtClean="0"/>
              <a:t>2025/12/29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425801-9A29-9373-E78C-4668EE4DE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E27102-A84D-D609-B9FA-779A0E374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9E8CB-A6F0-4C48-8FF6-6BA03D2017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7666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as.org/doi/10.1073/pnas.2414074122#con2" TargetMode="External"/><Relationship Id="rId2" Type="http://schemas.openxmlformats.org/officeDocument/2006/relationships/hyperlink" Target="https://www.pnas.org/doi/10.1073/pnas.2414074122#con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E4F30-AF94-41B3-3D80-4B5C34D6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1"/>
            <a:ext cx="9144000" cy="3162300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AtomAgents</a:t>
            </a:r>
            <a:r>
              <a:rPr lang="en-US" altLang="zh-TW" dirty="0"/>
              <a:t>: Alloy design and discovery through physics-aware multi-modal multi-agent artificial intelligence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D88DED-0763-AD5A-DF2F-3DF340A85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b="0" i="0" dirty="0">
                <a:solidFill>
                  <a:srgbClr val="707070"/>
                </a:solidFill>
                <a:effectLst/>
                <a:latin typeface="Open Sans" panose="020B0606030504020204" pitchFamily="34" charset="0"/>
              </a:rPr>
              <a:t>麻省理工學院原子與分子力學實驗室</a:t>
            </a:r>
            <a:r>
              <a:rPr lang="en-US" altLang="zh-TW" i="0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Alireza </a:t>
            </a:r>
            <a:r>
              <a:rPr lang="en-US" altLang="zh-TW" i="0" dirty="0" err="1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Ghafarollahi</a:t>
            </a:r>
            <a:r>
              <a:rPr lang="en-US" altLang="zh-TW" i="0" dirty="0">
                <a:effectLst/>
                <a:latin typeface="Open Sans" panose="020B0606030504020204" pitchFamily="34" charset="0"/>
              </a:rPr>
              <a:t> and </a:t>
            </a:r>
            <a:r>
              <a:rPr lang="en-US" altLang="zh-TW" i="0" dirty="0">
                <a:effectLst/>
                <a:latin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Markus J. Buehler</a:t>
            </a:r>
            <a:r>
              <a:rPr lang="en-US" altLang="zh-TW" i="0" dirty="0">
                <a:effectLst/>
                <a:latin typeface="Open Sans" panose="020B0606030504020204" pitchFamily="34" charset="0"/>
              </a:rPr>
              <a:t> </a:t>
            </a:r>
            <a:endParaRPr lang="zh-TW" altLang="en-US" dirty="0"/>
          </a:p>
        </p:txBody>
      </p:sp>
      <p:pic>
        <p:nvPicPr>
          <p:cNvPr id="5" name="圖片 4" descr="一張含有 文字, 螢幕擷取畫面, 字型, 標誌 的圖片&#10;&#10;自動產生的描述">
            <a:extLst>
              <a:ext uri="{FF2B5EF4-FFF2-40B4-BE49-F238E27FC236}">
                <a16:creationId xmlns:a16="http://schemas.microsoft.com/office/drawing/2014/main" id="{96B50864-F9F9-FE27-A0AC-E853A7254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7914"/>
            <a:ext cx="3804596" cy="214008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D929BDB-88CB-57F4-7290-E12AA63BD284}"/>
              </a:ext>
            </a:extLst>
          </p:cNvPr>
          <p:cNvSpPr txBox="1"/>
          <p:nvPr/>
        </p:nvSpPr>
        <p:spPr>
          <a:xfrm>
            <a:off x="4018739" y="5581993"/>
            <a:ext cx="60943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750"/>
              </a:spcBef>
              <a:spcAft>
                <a:spcPts val="900"/>
              </a:spcAft>
            </a:pPr>
            <a:r>
              <a:rPr lang="en-US" altLang="zh-TW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Impact Factor (2024):</a:t>
            </a:r>
            <a:r>
              <a:rPr lang="en-US" altLang="zh-TW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9.1 </a:t>
            </a:r>
            <a:br>
              <a:rPr lang="en-US" altLang="zh-TW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b="1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Journal Category:</a:t>
            </a:r>
            <a:r>
              <a:rPr lang="en-US" altLang="zh-TW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Multidisciplinary Sciences (Q1)</a:t>
            </a:r>
          </a:p>
        </p:txBody>
      </p:sp>
    </p:spTree>
    <p:extLst>
      <p:ext uri="{BB962C8B-B14F-4D97-AF65-F5344CB8AC3E}">
        <p14:creationId xmlns:p14="http://schemas.microsoft.com/office/powerpoint/2010/main" val="55516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C783DB-1231-E24E-B1FE-F9D81B0C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C6D12-4565-028F-3E62-4B80DFFCD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實驗一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實驗二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實驗三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實驗四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討論</a:t>
            </a:r>
          </a:p>
        </p:txBody>
      </p:sp>
    </p:spTree>
    <p:extLst>
      <p:ext uri="{BB962C8B-B14F-4D97-AF65-F5344CB8AC3E}">
        <p14:creationId xmlns:p14="http://schemas.microsoft.com/office/powerpoint/2010/main" val="313521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一張含有 文字, 圖表, 方案, 行 的圖片&#10;&#10;自動產生的描述">
            <a:extLst>
              <a:ext uri="{FF2B5EF4-FFF2-40B4-BE49-F238E27FC236}">
                <a16:creationId xmlns:a16="http://schemas.microsoft.com/office/drawing/2014/main" id="{5CBC2477-B914-2526-18DA-C785C80A8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1" y="1690688"/>
            <a:ext cx="12084935" cy="4124224"/>
          </a:xfrm>
          <a:prstGeom prst="rect">
            <a:avLst/>
          </a:prstGeom>
        </p:spPr>
      </p:pic>
      <p:sp>
        <p:nvSpPr>
          <p:cNvPr id="16" name="標題 1">
            <a:extLst>
              <a:ext uri="{FF2B5EF4-FFF2-40B4-BE49-F238E27FC236}">
                <a16:creationId xmlns:a16="http://schemas.microsoft.com/office/drawing/2014/main" id="{914C5857-5573-C504-B47A-B9C48EFA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/>
              <a:t>實驗一－ 材料性質計算與知識檢索；多模型整合問題</a:t>
            </a:r>
          </a:p>
        </p:txBody>
      </p:sp>
    </p:spTree>
    <p:extLst>
      <p:ext uri="{BB962C8B-B14F-4D97-AF65-F5344CB8AC3E}">
        <p14:creationId xmlns:p14="http://schemas.microsoft.com/office/powerpoint/2010/main" val="427118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方案, 字型 的圖片&#10;&#10;自動產生的描述">
            <a:extLst>
              <a:ext uri="{FF2B5EF4-FFF2-40B4-BE49-F238E27FC236}">
                <a16:creationId xmlns:a16="http://schemas.microsoft.com/office/drawing/2014/main" id="{A1883040-460C-66C1-0071-A9B3CCA8A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0689"/>
            <a:ext cx="12192000" cy="5167312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0C86771A-A3C8-373C-6822-71EAD1097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/>
              <a:t>實驗二－分析螺旋位錯核心結構；多模型分析問題</a:t>
            </a:r>
          </a:p>
        </p:txBody>
      </p:sp>
    </p:spTree>
    <p:extLst>
      <p:ext uri="{BB962C8B-B14F-4D97-AF65-F5344CB8AC3E}">
        <p14:creationId xmlns:p14="http://schemas.microsoft.com/office/powerpoint/2010/main" val="283031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方案, 平行 的圖片&#10;&#10;自動產生的描述">
            <a:extLst>
              <a:ext uri="{FF2B5EF4-FFF2-40B4-BE49-F238E27FC236}">
                <a16:creationId xmlns:a16="http://schemas.microsoft.com/office/drawing/2014/main" id="{E82F7255-A033-948C-2D82-E6F75D4D9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6425"/>
            <a:ext cx="12192000" cy="498157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92B64DF4-2576-CCE9-0CF8-AB3F2D3E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/>
              <a:t>實驗三 －</a:t>
            </a:r>
            <a:r>
              <a:rPr lang="en-US" altLang="zh-TW" sz="4000" dirty="0"/>
              <a:t> </a:t>
            </a:r>
            <a:r>
              <a:rPr lang="zh-TW" altLang="en-US" sz="4000" dirty="0"/>
              <a:t>多尺度力學問題：合金系統中的斷裂韌性</a:t>
            </a:r>
          </a:p>
        </p:txBody>
      </p:sp>
    </p:spTree>
    <p:extLst>
      <p:ext uri="{BB962C8B-B14F-4D97-AF65-F5344CB8AC3E}">
        <p14:creationId xmlns:p14="http://schemas.microsoft.com/office/powerpoint/2010/main" val="153297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EF338778-A726-9B8E-62E8-C1F68C44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dirty="0"/>
              <a:t>實驗四－假設生成與驗證</a:t>
            </a:r>
          </a:p>
        </p:txBody>
      </p:sp>
      <p:pic>
        <p:nvPicPr>
          <p:cNvPr id="8" name="圖片 7" descr="一張含有 圖表, 方案, 工程製圖, 行 的圖片&#10;&#10;自動產生的描述">
            <a:extLst>
              <a:ext uri="{FF2B5EF4-FFF2-40B4-BE49-F238E27FC236}">
                <a16:creationId xmlns:a16="http://schemas.microsoft.com/office/drawing/2014/main" id="{121A20C3-30FE-C8BF-F056-C0229AE69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4815"/>
            <a:ext cx="12192000" cy="439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3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方案, 工程製圖 的圖片&#10;&#10;自動產生的描述">
            <a:extLst>
              <a:ext uri="{FF2B5EF4-FFF2-40B4-BE49-F238E27FC236}">
                <a16:creationId xmlns:a16="http://schemas.microsoft.com/office/drawing/2014/main" id="{023EDFB7-24CB-69F7-7B94-3BE2AA1FF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3399"/>
            <a:ext cx="12192000" cy="619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424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DD0D29-7F51-3AE5-11A8-33E17873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討論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162CC-D04B-EF72-FE77-CAD8D0D18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951"/>
            <a:ext cx="10515600" cy="19240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請問能否列舉各學科領域中，支援 </a:t>
            </a:r>
            <a:r>
              <a:rPr lang="en-US" altLang="zh-TW" dirty="0"/>
              <a:t>Python </a:t>
            </a:r>
            <a:r>
              <a:rPr lang="zh-TW" altLang="en-US" dirty="0"/>
              <a:t>介面或可與 </a:t>
            </a:r>
            <a:r>
              <a:rPr lang="en-US" altLang="zh-TW" dirty="0"/>
              <a:t>Python </a:t>
            </a:r>
            <a:r>
              <a:rPr lang="zh-TW" altLang="en-US" dirty="0"/>
              <a:t>整合的計算軟體？（例如：像 </a:t>
            </a:r>
            <a:r>
              <a:rPr lang="en-US" altLang="zh-TW" dirty="0">
                <a:solidFill>
                  <a:srgbClr val="FF0000"/>
                </a:solidFill>
              </a:rPr>
              <a:t>LAMMPS </a:t>
            </a:r>
            <a:r>
              <a:rPr lang="zh-TW" altLang="en-US" dirty="0"/>
              <a:t>這樣的工具</a:t>
            </a:r>
            <a:r>
              <a:rPr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該論文有提供程式碼，可實際用用看。能用的話就能整合進目前的</a:t>
            </a:r>
            <a:r>
              <a:rPr lang="en-US" altLang="zh-TW" dirty="0">
                <a:solidFill>
                  <a:srgbClr val="000000"/>
                </a:solidFill>
                <a:latin typeface="Helvetica" panose="020B0604020202020204" pitchFamily="34" charset="0"/>
              </a:rPr>
              <a:t>RAG</a:t>
            </a: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。</a:t>
            </a:r>
            <a:endParaRPr lang="en-US" altLang="zh-TW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BD502B8-4BD6-CAAA-AE60-766B7ECEACE8}"/>
              </a:ext>
            </a:extLst>
          </p:cNvPr>
          <p:cNvSpPr txBox="1">
            <a:spLocks/>
          </p:cNvSpPr>
          <p:nvPr/>
        </p:nvSpPr>
        <p:spPr>
          <a:xfrm>
            <a:off x="838200" y="3127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討論</a:t>
            </a:r>
            <a:r>
              <a:rPr lang="en-US" altLang="zh-TW" dirty="0"/>
              <a:t>(</a:t>
            </a:r>
            <a:r>
              <a:rPr lang="zh-TW" altLang="en-US" dirty="0"/>
              <a:t>待跟陳教授確定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30FC0D45-AA08-CF5C-AC83-26E5FCD7199D}"/>
              </a:ext>
            </a:extLst>
          </p:cNvPr>
          <p:cNvSpPr txBox="1">
            <a:spLocks/>
          </p:cNvSpPr>
          <p:nvPr/>
        </p:nvSpPr>
        <p:spPr>
          <a:xfrm>
            <a:off x="838200" y="4587875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討論如何去做高熵合金專用的知識圖譜，從實體</a:t>
            </a:r>
            <a:r>
              <a:rPr lang="en-US" altLang="zh-TW" dirty="0">
                <a:solidFill>
                  <a:srgbClr val="000000"/>
                </a:solidFill>
                <a:latin typeface="Helvetica" panose="020B0604020202020204" pitchFamily="34" charset="0"/>
              </a:rPr>
              <a:t>(node)</a:t>
            </a: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、關係</a:t>
            </a:r>
            <a:r>
              <a:rPr lang="en-US" altLang="zh-TW" dirty="0">
                <a:solidFill>
                  <a:srgbClr val="000000"/>
                </a:solidFill>
                <a:latin typeface="Helvetica" panose="020B0604020202020204" pitchFamily="34" charset="0"/>
              </a:rPr>
              <a:t>(edge)</a:t>
            </a: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、跨文件實體、關係去重</a:t>
            </a:r>
            <a:r>
              <a:rPr lang="en-US" altLang="zh-TW" dirty="0">
                <a:solidFill>
                  <a:srgbClr val="000000"/>
                </a:solidFill>
                <a:latin typeface="Helvetica" panose="020B0604020202020204" pitchFamily="34" charset="0"/>
              </a:rPr>
              <a:t>(</a:t>
            </a: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複</a:t>
            </a:r>
            <a:r>
              <a:rPr lang="en-US" altLang="zh-TW" dirty="0">
                <a:solidFill>
                  <a:srgbClr val="000000"/>
                </a:solidFill>
                <a:latin typeface="Helvetica" panose="020B0604020202020204" pitchFamily="34" charset="0"/>
              </a:rPr>
              <a:t>)</a:t>
            </a:r>
            <a:r>
              <a:rPr lang="zh-TW" altLang="en-US" dirty="0">
                <a:solidFill>
                  <a:srgbClr val="000000"/>
                </a:solidFill>
                <a:latin typeface="Helvetica" panose="020B0604020202020204" pitchFamily="34" charset="0"/>
              </a:rPr>
              <a:t>等。</a:t>
            </a:r>
            <a:r>
              <a:rPr lang="zh-TW" altLang="en-US" dirty="0"/>
              <a:t>如時間不夠可先用現有開源的方法去使用。</a:t>
            </a:r>
          </a:p>
        </p:txBody>
      </p:sp>
    </p:spTree>
    <p:extLst>
      <p:ext uri="{BB962C8B-B14F-4D97-AF65-F5344CB8AC3E}">
        <p14:creationId xmlns:p14="http://schemas.microsoft.com/office/powerpoint/2010/main" val="2578450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214</Words>
  <Application>Microsoft Office PowerPoint</Application>
  <PresentationFormat>寬螢幕</PresentationFormat>
  <Paragraphs>20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Open Sans</vt:lpstr>
      <vt:lpstr>Office 佈景主題</vt:lpstr>
      <vt:lpstr>AtomAgents: Alloy design and discovery through physics-aware multi-modal multi-agent artificial intelligence</vt:lpstr>
      <vt:lpstr>目錄</vt:lpstr>
      <vt:lpstr>實驗一－ 材料性質計算與知識檢索；多模型整合問題</vt:lpstr>
      <vt:lpstr>實驗二－分析螺旋位錯核心結構；多模型分析問題</vt:lpstr>
      <vt:lpstr>實驗三 － 多尺度力學問題：合金系統中的斷裂韌性</vt:lpstr>
      <vt:lpstr>實驗四－假設生成與驗證</vt:lpstr>
      <vt:lpstr>PowerPoint 簡報</vt:lpstr>
      <vt:lpstr>討論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陳柏均</dc:creator>
  <cp:lastModifiedBy>陳柏均</cp:lastModifiedBy>
  <cp:revision>5</cp:revision>
  <dcterms:created xsi:type="dcterms:W3CDTF">2025-12-28T07:20:25Z</dcterms:created>
  <dcterms:modified xsi:type="dcterms:W3CDTF">2025-12-29T09:19:47Z</dcterms:modified>
</cp:coreProperties>
</file>